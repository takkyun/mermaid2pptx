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uster Running"/>
          <p:cNvSpPr/>
          <p:nvPr/>
        </p:nvSpPr>
        <p:spPr>
          <a:xfrm>
            <a:off x="5668829" y="2071473"/>
            <a:ext cx="1545183" cy="3333429"/>
          </a:xfrm>
          <a:prstGeom prst="roundRect">
            <a:avLst>
              <a:gd name="adj" fmla="val 5844"/>
            </a:avLst>
          </a:prstGeom>
          <a:solidFill>
            <a:srgbClr val="ECECFF"/>
          </a:solidFill>
          <a:ln w="12700">
            <a:solidFill>
              <a:srgbClr val="9370DB"/>
            </a:solidFill>
          </a:ln>
        </p:spPr>
        <p:txBody>
          <a:bodyPr rtlCol="0" anchor="t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200">
                <a:solidFill>
                  <a:srgbClr val="333333"/>
                </a:solidFill>
                <a:latin typeface="Noto Sans JP"/>
                <a:ea typeface="Noto Sans JP"/>
              </a:rPr>
              <a:t>Running</a:t>
            </a:r>
          </a:p>
        </p:txBody>
      </p:sp>
      <p:sp>
        <p:nvSpPr>
          <p:cNvPr id="3" name="root_start"/>
          <p:cNvSpPr/>
          <p:nvPr/>
        </p:nvSpPr>
        <p:spPr>
          <a:xfrm>
            <a:off x="5900116" y="351617"/>
            <a:ext cx="135270" cy="135270"/>
          </a:xfrm>
          <a:prstGeom prst="ellipse">
            <a:avLst/>
          </a:prstGeom>
          <a:solidFill>
            <a:srgbClr val="333333"/>
          </a:solidFill>
          <a:ln w="12700">
            <a:solidFill>
              <a:srgbClr val="333333"/>
            </a:solidFill>
          </a:ln>
        </p:spPr>
      </p:sp>
      <p:sp>
        <p:nvSpPr>
          <p:cNvPr id="4" name="Idle"/>
          <p:cNvSpPr/>
          <p:nvPr/>
        </p:nvSpPr>
        <p:spPr>
          <a:xfrm>
            <a:off x="5760921" y="969992"/>
            <a:ext cx="413659" cy="386485"/>
          </a:xfrm>
          <a:prstGeom prst="roundRect">
            <a:avLst>
              <a:gd name="adj" fmla="val 12500"/>
            </a:avLst>
          </a:prstGeom>
          <a:solidFill>
            <a:srgbClr val="ECECFF"/>
          </a:solidFill>
          <a:ln w="12700">
            <a:solidFill>
              <a:srgbClr val="9370DB"/>
            </a:solidFill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200">
                <a:solidFill>
                  <a:srgbClr val="333333"/>
                </a:solidFill>
                <a:latin typeface="Noto Sans JP"/>
                <a:ea typeface="Noto Sans JP"/>
              </a:rPr>
              <a:t>Idle</a:t>
            </a:r>
          </a:p>
        </p:txBody>
      </p:sp>
      <p:sp>
        <p:nvSpPr>
          <p:cNvPr id="5" name="Loading"/>
          <p:cNvSpPr/>
          <p:nvPr/>
        </p:nvSpPr>
        <p:spPr>
          <a:xfrm>
            <a:off x="6096755" y="2433802"/>
            <a:ext cx="689331" cy="386485"/>
          </a:xfrm>
          <a:prstGeom prst="roundRect">
            <a:avLst>
              <a:gd name="adj" fmla="val 12500"/>
            </a:avLst>
          </a:prstGeom>
          <a:solidFill>
            <a:srgbClr val="ECECFF"/>
          </a:solidFill>
          <a:ln w="12700">
            <a:solidFill>
              <a:srgbClr val="9370DB"/>
            </a:solidFill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200">
                <a:solidFill>
                  <a:srgbClr val="333333"/>
                </a:solidFill>
                <a:latin typeface="Noto Sans JP"/>
                <a:ea typeface="Noto Sans JP"/>
              </a:rPr>
              <a:t>Loading</a:t>
            </a:r>
          </a:p>
        </p:txBody>
      </p:sp>
      <p:sp>
        <p:nvSpPr>
          <p:cNvPr id="6" name="Processing"/>
          <p:cNvSpPr/>
          <p:nvPr/>
        </p:nvSpPr>
        <p:spPr>
          <a:xfrm>
            <a:off x="6007003" y="3544945"/>
            <a:ext cx="868835" cy="386485"/>
          </a:xfrm>
          <a:prstGeom prst="roundRect">
            <a:avLst>
              <a:gd name="adj" fmla="val 12500"/>
            </a:avLst>
          </a:prstGeom>
          <a:solidFill>
            <a:srgbClr val="ECECFF"/>
          </a:solidFill>
          <a:ln w="12700">
            <a:solidFill>
              <a:srgbClr val="9370DB"/>
            </a:solidFill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200">
                <a:solidFill>
                  <a:srgbClr val="333333"/>
                </a:solidFill>
                <a:latin typeface="Noto Sans JP"/>
                <a:ea typeface="Noto Sans JP"/>
              </a:rPr>
              <a:t>Processing</a:t>
            </a:r>
          </a:p>
        </p:txBody>
      </p:sp>
      <p:sp>
        <p:nvSpPr>
          <p:cNvPr id="7" name="Saving"/>
          <p:cNvSpPr/>
          <p:nvPr/>
        </p:nvSpPr>
        <p:spPr>
          <a:xfrm>
            <a:off x="6145367" y="4656088"/>
            <a:ext cx="592106" cy="386485"/>
          </a:xfrm>
          <a:prstGeom prst="roundRect">
            <a:avLst>
              <a:gd name="adj" fmla="val 12500"/>
            </a:avLst>
          </a:prstGeom>
          <a:solidFill>
            <a:srgbClr val="ECECFF"/>
          </a:solidFill>
          <a:ln w="12700">
            <a:solidFill>
              <a:srgbClr val="9370DB"/>
            </a:solidFill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200">
                <a:solidFill>
                  <a:srgbClr val="333333"/>
                </a:solidFill>
                <a:latin typeface="Noto Sans JP"/>
                <a:ea typeface="Noto Sans JP"/>
              </a:rPr>
              <a:t>Saving</a:t>
            </a:r>
          </a:p>
        </p:txBody>
      </p:sp>
      <p:sp>
        <p:nvSpPr>
          <p:cNvPr id="8" name="Error"/>
          <p:cNvSpPr/>
          <p:nvPr/>
        </p:nvSpPr>
        <p:spPr>
          <a:xfrm>
            <a:off x="5057663" y="6119899"/>
            <a:ext cx="500618" cy="386485"/>
          </a:xfrm>
          <a:prstGeom prst="roundRect">
            <a:avLst>
              <a:gd name="adj" fmla="val 12500"/>
            </a:avLst>
          </a:prstGeom>
          <a:solidFill>
            <a:srgbClr val="ECECFF"/>
          </a:solidFill>
          <a:ln w="12700">
            <a:solidFill>
              <a:srgbClr val="9370DB"/>
            </a:solidFill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200">
                <a:solidFill>
                  <a:srgbClr val="333333"/>
                </a:solidFill>
                <a:latin typeface="Noto Sans JP"/>
                <a:ea typeface="Noto Sans JP"/>
              </a:rPr>
              <a:t>Error</a:t>
            </a:r>
          </a:p>
        </p:txBody>
      </p:sp>
      <p:sp>
        <p:nvSpPr>
          <p:cNvPr id="9" name="root_end"/>
          <p:cNvSpPr/>
          <p:nvPr/>
        </p:nvSpPr>
        <p:spPr>
          <a:xfrm>
            <a:off x="6692786" y="6245506"/>
            <a:ext cx="135441" cy="135270"/>
          </a:xfrm>
          <a:prstGeom prst="roundRect">
            <a:avLst>
              <a:gd name="adj" fmla="val 50000"/>
            </a:avLst>
          </a:prstGeom>
          <a:solidFill>
            <a:srgbClr val="333333"/>
          </a:solidFill>
          <a:ln w="12700">
            <a:solidFill>
              <a:srgbClr val="333333"/>
            </a:solidFill>
          </a:ln>
        </p:spPr>
      </p:sp>
      <p:cxnSp>
        <p:nvCxnSpPr>
          <p:cNvPr id="10" name="edge root_start-Idle"/>
          <p:cNvCxnSpPr>
            <a:cxnSpLocks/>
            <a:stCxn id="3" idx="2"/>
            <a:endCxn id="4" idx="0"/>
          </p:cNvCxnSpPr>
          <p:nvPr/>
        </p:nvCxnSpPr>
        <p:spPr>
          <a:xfrm>
            <a:off x="5967751" y="486886"/>
            <a:ext cx="0" cy="483106"/>
          </a:xfrm>
          <a:prstGeom prst="straightConnector1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cxnSp>
        <p:nvCxnSpPr>
          <p:cNvPr id="11" name="edge Error-Idle"/>
          <p:cNvCxnSpPr>
            <a:cxnSpLocks/>
            <a:stCxn id="8" idx="0"/>
            <a:endCxn id="4" idx="1"/>
          </p:cNvCxnSpPr>
          <p:nvPr/>
        </p:nvCxnSpPr>
        <p:spPr>
          <a:xfrm rot="5400000" flipH="1" flipV="1">
            <a:off x="3099176" y="3458154"/>
            <a:ext cx="4816628" cy="506862"/>
          </a:xfrm>
          <a:prstGeom prst="curvedConnector2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cxnSp>
        <p:nvCxnSpPr>
          <p:cNvPr id="12" name="edge Idle-Running"/>
          <p:cNvCxnSpPr>
            <a:cxnSpLocks/>
            <a:stCxn id="4" idx="3"/>
            <a:endCxn id="2" idx="0"/>
          </p:cNvCxnSpPr>
          <p:nvPr/>
        </p:nvCxnSpPr>
        <p:spPr>
          <a:xfrm>
            <a:off x="6174580" y="1320310"/>
            <a:ext cx="473937" cy="751163"/>
          </a:xfrm>
          <a:prstGeom prst="curvedConnector2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cxnSp>
        <p:nvCxnSpPr>
          <p:cNvPr id="13" name="edge Running-Idle"/>
          <p:cNvCxnSpPr>
            <a:cxnSpLocks/>
            <a:stCxn id="2" idx="0"/>
            <a:endCxn id="4" idx="2"/>
          </p:cNvCxnSpPr>
          <p:nvPr/>
        </p:nvCxnSpPr>
        <p:spPr>
          <a:xfrm rot="5400000" flipH="1">
            <a:off x="5652080" y="1672148"/>
            <a:ext cx="714996" cy="83655"/>
          </a:xfrm>
          <a:prstGeom prst="curvedConnector3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cxnSp>
        <p:nvCxnSpPr>
          <p:cNvPr id="14" name="edge Running-Error"/>
          <p:cNvCxnSpPr>
            <a:cxnSpLocks/>
            <a:stCxn id="2" idx="2"/>
            <a:endCxn id="8" idx="0"/>
          </p:cNvCxnSpPr>
          <p:nvPr/>
        </p:nvCxnSpPr>
        <p:spPr>
          <a:xfrm rot="5400000">
            <a:off x="5428412" y="5510268"/>
            <a:ext cx="714997" cy="504265"/>
          </a:xfrm>
          <a:prstGeom prst="curvedConnector3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cxnSp>
        <p:nvCxnSpPr>
          <p:cNvPr id="15" name="edge Running-root_end"/>
          <p:cNvCxnSpPr>
            <a:cxnSpLocks/>
            <a:stCxn id="2" idx="2"/>
            <a:endCxn id="9" idx="0"/>
          </p:cNvCxnSpPr>
          <p:nvPr/>
        </p:nvCxnSpPr>
        <p:spPr>
          <a:xfrm rot="5400000" flipV="1">
            <a:off x="6311949" y="5797035"/>
            <a:ext cx="840604" cy="56339"/>
          </a:xfrm>
          <a:prstGeom prst="curvedConnector3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cxnSp>
        <p:nvCxnSpPr>
          <p:cNvPr id="16" name="edge Loading-Processing"/>
          <p:cNvCxnSpPr>
            <a:cxnSpLocks/>
            <a:stCxn id="5" idx="2"/>
            <a:endCxn id="6" idx="0"/>
          </p:cNvCxnSpPr>
          <p:nvPr/>
        </p:nvCxnSpPr>
        <p:spPr>
          <a:xfrm>
            <a:off x="6441421" y="2820287"/>
            <a:ext cx="0" cy="724658"/>
          </a:xfrm>
          <a:prstGeom prst="straightConnector1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cxnSp>
        <p:nvCxnSpPr>
          <p:cNvPr id="17" name="edge Processing-Saving"/>
          <p:cNvCxnSpPr>
            <a:cxnSpLocks/>
            <a:stCxn id="6" idx="2"/>
            <a:endCxn id="7" idx="0"/>
          </p:cNvCxnSpPr>
          <p:nvPr/>
        </p:nvCxnSpPr>
        <p:spPr>
          <a:xfrm>
            <a:off x="6441421" y="3931430"/>
            <a:ext cx="0" cy="724658"/>
          </a:xfrm>
          <a:prstGeom prst="straightConnector1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sp>
        <p:nvSpPr>
          <p:cNvPr id="18" name="reset"/>
          <p:cNvSpPr/>
          <p:nvPr/>
        </p:nvSpPr>
        <p:spPr>
          <a:xfrm>
            <a:off x="4939339" y="3602918"/>
            <a:ext cx="429964" cy="270539"/>
          </a:xfrm>
          <a:prstGeom prst="roundRect">
            <a:avLst/>
          </a:prstGeom>
          <a:solidFill>
            <a:srgbClr val="E8E8E8">
              <a:alpha val="80000"/>
            </a:srgbClr>
          </a:solidFill>
          <a:ln>
            <a:noFill/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200">
                <a:solidFill>
                  <a:srgbClr val="333333"/>
                </a:solidFill>
                <a:latin typeface="Noto Sans JP"/>
                <a:ea typeface="Noto Sans JP"/>
              </a:rPr>
              <a:t>reset</a:t>
            </a:r>
          </a:p>
        </p:txBody>
      </p:sp>
      <p:sp>
        <p:nvSpPr>
          <p:cNvPr id="19" name="start"/>
          <p:cNvSpPr/>
          <p:nvPr/>
        </p:nvSpPr>
        <p:spPr>
          <a:xfrm>
            <a:off x="6375282" y="1490813"/>
            <a:ext cx="403846" cy="270539"/>
          </a:xfrm>
          <a:prstGeom prst="roundRect">
            <a:avLst/>
          </a:prstGeom>
          <a:solidFill>
            <a:srgbClr val="E8E8E8">
              <a:alpha val="80000"/>
            </a:srgbClr>
          </a:solidFill>
          <a:ln>
            <a:noFill/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200">
                <a:solidFill>
                  <a:srgbClr val="333333"/>
                </a:solidFill>
                <a:latin typeface="Noto Sans JP"/>
                <a:ea typeface="Noto Sans JP"/>
              </a:rPr>
              <a:t>start</a:t>
            </a:r>
          </a:p>
        </p:txBody>
      </p:sp>
      <p:sp>
        <p:nvSpPr>
          <p:cNvPr id="20" name="stop"/>
          <p:cNvSpPr/>
          <p:nvPr/>
        </p:nvSpPr>
        <p:spPr>
          <a:xfrm>
            <a:off x="5782585" y="1578705"/>
            <a:ext cx="370331" cy="270539"/>
          </a:xfrm>
          <a:prstGeom prst="roundRect">
            <a:avLst/>
          </a:prstGeom>
          <a:solidFill>
            <a:srgbClr val="E8E8E8">
              <a:alpha val="80000"/>
            </a:srgbClr>
          </a:solidFill>
          <a:ln>
            <a:noFill/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200">
                <a:solidFill>
                  <a:srgbClr val="333333"/>
                </a:solidFill>
                <a:latin typeface="Noto Sans JP"/>
                <a:ea typeface="Noto Sans JP"/>
              </a:rPr>
              <a:t>stop</a:t>
            </a:r>
          </a:p>
        </p:txBody>
      </p:sp>
      <p:sp>
        <p:nvSpPr>
          <p:cNvPr id="21" name="fail"/>
          <p:cNvSpPr/>
          <p:nvPr/>
        </p:nvSpPr>
        <p:spPr>
          <a:xfrm>
            <a:off x="5798815" y="5627131"/>
            <a:ext cx="305413" cy="270539"/>
          </a:xfrm>
          <a:prstGeom prst="roundRect">
            <a:avLst/>
          </a:prstGeom>
          <a:solidFill>
            <a:srgbClr val="E8E8E8">
              <a:alpha val="80000"/>
            </a:srgbClr>
          </a:solidFill>
          <a:ln>
            <a:noFill/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200">
                <a:solidFill>
                  <a:srgbClr val="333333"/>
                </a:solidFill>
                <a:latin typeface="Noto Sans JP"/>
                <a:ea typeface="Noto Sans JP"/>
              </a:rPr>
              <a:t>fail</a:t>
            </a:r>
          </a:p>
        </p:txBody>
      </p:sp>
      <p:sp>
        <p:nvSpPr>
          <p:cNvPr id="22" name="shutdown"/>
          <p:cNvSpPr/>
          <p:nvPr/>
        </p:nvSpPr>
        <p:spPr>
          <a:xfrm>
            <a:off x="6391072" y="5627131"/>
            <a:ext cx="738699" cy="270539"/>
          </a:xfrm>
          <a:prstGeom prst="roundRect">
            <a:avLst/>
          </a:prstGeom>
          <a:solidFill>
            <a:srgbClr val="E8E8E8">
              <a:alpha val="80000"/>
            </a:srgbClr>
          </a:solidFill>
          <a:ln>
            <a:noFill/>
          </a:ln>
        </p:spPr>
        <p:txBody>
          <a:bodyPr rtlCol="0" anchor="ctr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1200">
                <a:solidFill>
                  <a:srgbClr val="333333"/>
                </a:solidFill>
                <a:latin typeface="Noto Sans JP"/>
                <a:ea typeface="Noto Sans JP"/>
              </a:rPr>
              <a:t>shutdown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vg2pp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svg2ppt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svg2ppt</dc:creator>
</cp:coreProperties>
</file>