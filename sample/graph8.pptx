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ER"/>
          <p:cNvSpPr/>
          <p:nvPr/>
        </p:nvSpPr>
        <p:spPr>
          <a:xfrm>
            <a:off x="3999106" y="343369"/>
            <a:ext cx="1495074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3" name="ORDER"/>
          <p:cNvSpPr/>
          <p:nvPr/>
        </p:nvSpPr>
        <p:spPr>
          <a:xfrm>
            <a:off x="3824393" y="2691038"/>
            <a:ext cx="1844501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4" name="ORDER_ITEM"/>
          <p:cNvSpPr/>
          <p:nvPr/>
        </p:nvSpPr>
        <p:spPr>
          <a:xfrm>
            <a:off x="5365523" y="5038707"/>
            <a:ext cx="1638028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5" name="PRODUCT"/>
          <p:cNvSpPr/>
          <p:nvPr/>
        </p:nvSpPr>
        <p:spPr>
          <a:xfrm>
            <a:off x="6877253" y="2691038"/>
            <a:ext cx="1490354" cy="1475924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cxnSp>
        <p:nvCxnSpPr>
          <p:cNvPr id="6" name="line"/>
          <p:cNvCxnSpPr/>
          <p:nvPr/>
        </p:nvCxnSpPr>
        <p:spPr>
          <a:xfrm>
            <a:off x="3999106" y="712350"/>
            <a:ext cx="1495075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7" name="line"/>
          <p:cNvCxnSpPr/>
          <p:nvPr/>
        </p:nvCxnSpPr>
        <p:spPr>
          <a:xfrm>
            <a:off x="4563366" y="712350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8" name="line"/>
          <p:cNvCxnSpPr/>
          <p:nvPr/>
        </p:nvCxnSpPr>
        <p:spPr>
          <a:xfrm>
            <a:off x="5121828" y="712350"/>
            <a:ext cx="0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9" name="line"/>
          <p:cNvCxnSpPr/>
          <p:nvPr/>
        </p:nvCxnSpPr>
        <p:spPr>
          <a:xfrm>
            <a:off x="3999106" y="712350"/>
            <a:ext cx="1495075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0" name="line"/>
          <p:cNvCxnSpPr/>
          <p:nvPr/>
        </p:nvCxnSpPr>
        <p:spPr>
          <a:xfrm>
            <a:off x="3824393" y="3060019"/>
            <a:ext cx="1844501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1" name="line"/>
          <p:cNvCxnSpPr/>
          <p:nvPr/>
        </p:nvCxnSpPr>
        <p:spPr>
          <a:xfrm>
            <a:off x="4319739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2" name="line"/>
          <p:cNvCxnSpPr/>
          <p:nvPr/>
        </p:nvCxnSpPr>
        <p:spPr>
          <a:xfrm>
            <a:off x="5296541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3" name="line"/>
          <p:cNvCxnSpPr/>
          <p:nvPr/>
        </p:nvCxnSpPr>
        <p:spPr>
          <a:xfrm>
            <a:off x="3824393" y="3060019"/>
            <a:ext cx="1844501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4" name="line"/>
          <p:cNvCxnSpPr/>
          <p:nvPr/>
        </p:nvCxnSpPr>
        <p:spPr>
          <a:xfrm>
            <a:off x="5365523" y="5407687"/>
            <a:ext cx="1638027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5" name="line"/>
          <p:cNvCxnSpPr/>
          <p:nvPr/>
        </p:nvCxnSpPr>
        <p:spPr>
          <a:xfrm>
            <a:off x="5750956" y="5407688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6" name="line"/>
          <p:cNvCxnSpPr/>
          <p:nvPr/>
        </p:nvCxnSpPr>
        <p:spPr>
          <a:xfrm>
            <a:off x="6635783" y="5407688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7" name="line"/>
          <p:cNvCxnSpPr/>
          <p:nvPr/>
        </p:nvCxnSpPr>
        <p:spPr>
          <a:xfrm>
            <a:off x="5365523" y="5407687"/>
            <a:ext cx="1638027" cy="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8" name="line"/>
          <p:cNvCxnSpPr/>
          <p:nvPr/>
        </p:nvCxnSpPr>
        <p:spPr>
          <a:xfrm>
            <a:off x="6877253" y="3060019"/>
            <a:ext cx="1490354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9" name="line"/>
          <p:cNvCxnSpPr/>
          <p:nvPr/>
        </p:nvCxnSpPr>
        <p:spPr>
          <a:xfrm>
            <a:off x="7441513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20" name="line"/>
          <p:cNvCxnSpPr/>
          <p:nvPr/>
        </p:nvCxnSpPr>
        <p:spPr>
          <a:xfrm>
            <a:off x="7995254" y="3060019"/>
            <a:ext cx="1" cy="1106943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21" name="line"/>
          <p:cNvCxnSpPr/>
          <p:nvPr/>
        </p:nvCxnSpPr>
        <p:spPr>
          <a:xfrm>
            <a:off x="6877253" y="3060019"/>
            <a:ext cx="1490354" cy="0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22" name="edge CUSTOMER-ORDER"/>
          <p:cNvCxnSpPr>
            <a:cxnSpLocks/>
            <a:stCxn id="2" idx="2"/>
            <a:endCxn id="3" idx="0"/>
          </p:cNvCxnSpPr>
          <p:nvPr/>
        </p:nvCxnSpPr>
        <p:spPr>
          <a:xfrm>
            <a:off x="4746643" y="1819293"/>
            <a:ext cx="0" cy="871745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arrow"/>
          </a:ln>
        </p:spPr>
      </p:cxnSp>
      <p:cxnSp>
        <p:nvCxnSpPr>
          <p:cNvPr id="23" name="edge ORDER-ORDER_ITEM"/>
          <p:cNvCxnSpPr>
            <a:cxnSpLocks/>
            <a:stCxn id="3" idx="2"/>
            <a:endCxn id="4" idx="1"/>
          </p:cNvCxnSpPr>
          <p:nvPr/>
        </p:nvCxnSpPr>
        <p:spPr>
          <a:xfrm rot="5400000" flipV="1">
            <a:off x="4585534" y="4328071"/>
            <a:ext cx="941099" cy="61888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arrow"/>
          </a:ln>
        </p:spPr>
      </p:cxnSp>
      <p:cxnSp>
        <p:nvCxnSpPr>
          <p:cNvPr id="24" name="edge PRODUCT-ORDER_ITEM"/>
          <p:cNvCxnSpPr>
            <a:cxnSpLocks/>
            <a:stCxn id="5" idx="2"/>
            <a:endCxn id="4" idx="3"/>
          </p:cNvCxnSpPr>
          <p:nvPr/>
        </p:nvCxnSpPr>
        <p:spPr>
          <a:xfrm rot="5400000">
            <a:off x="6842441" y="4328071"/>
            <a:ext cx="941099" cy="61888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arrow"/>
          </a:ln>
        </p:spPr>
      </p:cxnSp>
      <p:sp>
        <p:nvSpPr>
          <p:cNvPr id="25" name="CUSTOMER"/>
          <p:cNvSpPr/>
          <p:nvPr/>
        </p:nvSpPr>
        <p:spPr>
          <a:xfrm>
            <a:off x="4418390" y="424286"/>
            <a:ext cx="65650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 b="1">
                <a:solidFill>
                  <a:srgbClr val="333333"/>
                </a:solidFill>
                <a:latin typeface="Noto Sans JP"/>
                <a:ea typeface="Noto Sans JP"/>
              </a:rPr>
              <a:t>CUSTOMER</a:t>
            </a:r>
          </a:p>
        </p:txBody>
      </p:sp>
      <p:sp>
        <p:nvSpPr>
          <p:cNvPr id="26" name="int"/>
          <p:cNvSpPr/>
          <p:nvPr/>
        </p:nvSpPr>
        <p:spPr>
          <a:xfrm>
            <a:off x="4106995" y="793267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27" name="id"/>
          <p:cNvSpPr/>
          <p:nvPr/>
        </p:nvSpPr>
        <p:spPr>
          <a:xfrm>
            <a:off x="4671256" y="793267"/>
            <a:ext cx="116385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id</a:t>
            </a:r>
          </a:p>
        </p:txBody>
      </p:sp>
      <p:sp>
        <p:nvSpPr>
          <p:cNvPr id="28" name="PK"/>
          <p:cNvSpPr/>
          <p:nvPr/>
        </p:nvSpPr>
        <p:spPr>
          <a:xfrm>
            <a:off x="5229717" y="793267"/>
            <a:ext cx="15657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PK</a:t>
            </a:r>
          </a:p>
        </p:txBody>
      </p:sp>
      <p:sp>
        <p:nvSpPr>
          <p:cNvPr id="29" name="string"/>
          <p:cNvSpPr/>
          <p:nvPr/>
        </p:nvSpPr>
        <p:spPr>
          <a:xfrm>
            <a:off x="4106995" y="1162248"/>
            <a:ext cx="348482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string</a:t>
            </a:r>
          </a:p>
        </p:txBody>
      </p:sp>
      <p:sp>
        <p:nvSpPr>
          <p:cNvPr id="30" name="name"/>
          <p:cNvSpPr/>
          <p:nvPr/>
        </p:nvSpPr>
        <p:spPr>
          <a:xfrm>
            <a:off x="4671256" y="1162248"/>
            <a:ext cx="33796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name</a:t>
            </a:r>
          </a:p>
        </p:txBody>
      </p:sp>
      <p:sp>
        <p:nvSpPr>
          <p:cNvPr id="31" name="string"/>
          <p:cNvSpPr/>
          <p:nvPr/>
        </p:nvSpPr>
        <p:spPr>
          <a:xfrm>
            <a:off x="4106995" y="1531229"/>
            <a:ext cx="348482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string</a:t>
            </a:r>
          </a:p>
        </p:txBody>
      </p:sp>
      <p:sp>
        <p:nvSpPr>
          <p:cNvPr id="32" name="email"/>
          <p:cNvSpPr/>
          <p:nvPr/>
        </p:nvSpPr>
        <p:spPr>
          <a:xfrm>
            <a:off x="4671256" y="1531229"/>
            <a:ext cx="34268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email</a:t>
            </a:r>
          </a:p>
        </p:txBody>
      </p:sp>
      <p:sp>
        <p:nvSpPr>
          <p:cNvPr id="33" name="ORDER"/>
          <p:cNvSpPr/>
          <p:nvPr/>
        </p:nvSpPr>
        <p:spPr>
          <a:xfrm>
            <a:off x="4540373" y="2771955"/>
            <a:ext cx="412541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 b="1">
                <a:solidFill>
                  <a:srgbClr val="333333"/>
                </a:solidFill>
                <a:latin typeface="Noto Sans JP"/>
                <a:ea typeface="Noto Sans JP"/>
              </a:rPr>
              <a:t>ORDER</a:t>
            </a:r>
          </a:p>
        </p:txBody>
      </p:sp>
      <p:sp>
        <p:nvSpPr>
          <p:cNvPr id="34" name="int"/>
          <p:cNvSpPr/>
          <p:nvPr/>
        </p:nvSpPr>
        <p:spPr>
          <a:xfrm>
            <a:off x="3932282" y="3140936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35" name="id"/>
          <p:cNvSpPr/>
          <p:nvPr/>
        </p:nvSpPr>
        <p:spPr>
          <a:xfrm>
            <a:off x="4427628" y="3140936"/>
            <a:ext cx="116385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id</a:t>
            </a:r>
          </a:p>
        </p:txBody>
      </p:sp>
      <p:sp>
        <p:nvSpPr>
          <p:cNvPr id="36" name="PK"/>
          <p:cNvSpPr/>
          <p:nvPr/>
        </p:nvSpPr>
        <p:spPr>
          <a:xfrm>
            <a:off x="5404430" y="3140936"/>
            <a:ext cx="15657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PK</a:t>
            </a:r>
          </a:p>
        </p:txBody>
      </p:sp>
      <p:sp>
        <p:nvSpPr>
          <p:cNvPr id="37" name="int"/>
          <p:cNvSpPr/>
          <p:nvPr/>
        </p:nvSpPr>
        <p:spPr>
          <a:xfrm>
            <a:off x="3932282" y="3509917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38" name="customer_id"/>
          <p:cNvSpPr/>
          <p:nvPr/>
        </p:nvSpPr>
        <p:spPr>
          <a:xfrm>
            <a:off x="4427628" y="3509917"/>
            <a:ext cx="76102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customer_id</a:t>
            </a:r>
          </a:p>
        </p:txBody>
      </p:sp>
      <p:sp>
        <p:nvSpPr>
          <p:cNvPr id="39" name="FK"/>
          <p:cNvSpPr/>
          <p:nvPr/>
        </p:nvSpPr>
        <p:spPr>
          <a:xfrm>
            <a:off x="5404430" y="3509917"/>
            <a:ext cx="151989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FK</a:t>
            </a:r>
          </a:p>
        </p:txBody>
      </p:sp>
      <p:sp>
        <p:nvSpPr>
          <p:cNvPr id="40" name="date"/>
          <p:cNvSpPr/>
          <p:nvPr/>
        </p:nvSpPr>
        <p:spPr>
          <a:xfrm>
            <a:off x="3932282" y="3878898"/>
            <a:ext cx="279568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date</a:t>
            </a:r>
          </a:p>
        </p:txBody>
      </p:sp>
      <p:sp>
        <p:nvSpPr>
          <p:cNvPr id="41" name="ordered_at"/>
          <p:cNvSpPr/>
          <p:nvPr/>
        </p:nvSpPr>
        <p:spPr>
          <a:xfrm>
            <a:off x="4427628" y="3878898"/>
            <a:ext cx="685771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ordered_at</a:t>
            </a:r>
          </a:p>
        </p:txBody>
      </p:sp>
      <p:sp>
        <p:nvSpPr>
          <p:cNvPr id="42" name="ORDER_ITEM"/>
          <p:cNvSpPr/>
          <p:nvPr/>
        </p:nvSpPr>
        <p:spPr>
          <a:xfrm>
            <a:off x="5796810" y="5119624"/>
            <a:ext cx="77545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 b="1">
                <a:solidFill>
                  <a:srgbClr val="333333"/>
                </a:solidFill>
                <a:latin typeface="Noto Sans JP"/>
                <a:ea typeface="Noto Sans JP"/>
              </a:rPr>
              <a:t>ORDER_ITEM</a:t>
            </a:r>
          </a:p>
        </p:txBody>
      </p:sp>
      <p:sp>
        <p:nvSpPr>
          <p:cNvPr id="43" name="int"/>
          <p:cNvSpPr/>
          <p:nvPr/>
        </p:nvSpPr>
        <p:spPr>
          <a:xfrm>
            <a:off x="5473412" y="5488605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44" name="order_id"/>
          <p:cNvSpPr/>
          <p:nvPr/>
        </p:nvSpPr>
        <p:spPr>
          <a:xfrm>
            <a:off x="5858846" y="5488605"/>
            <a:ext cx="52245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order_id</a:t>
            </a:r>
          </a:p>
        </p:txBody>
      </p:sp>
      <p:sp>
        <p:nvSpPr>
          <p:cNvPr id="45" name="FK"/>
          <p:cNvSpPr/>
          <p:nvPr/>
        </p:nvSpPr>
        <p:spPr>
          <a:xfrm>
            <a:off x="6743672" y="5488605"/>
            <a:ext cx="151989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FK</a:t>
            </a:r>
          </a:p>
        </p:txBody>
      </p:sp>
      <p:sp>
        <p:nvSpPr>
          <p:cNvPr id="46" name="int"/>
          <p:cNvSpPr/>
          <p:nvPr/>
        </p:nvSpPr>
        <p:spPr>
          <a:xfrm>
            <a:off x="5473412" y="5857586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47" name="product_id"/>
          <p:cNvSpPr/>
          <p:nvPr/>
        </p:nvSpPr>
        <p:spPr>
          <a:xfrm>
            <a:off x="5858846" y="5857586"/>
            <a:ext cx="669048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product_id</a:t>
            </a:r>
          </a:p>
        </p:txBody>
      </p:sp>
      <p:sp>
        <p:nvSpPr>
          <p:cNvPr id="48" name="FK"/>
          <p:cNvSpPr/>
          <p:nvPr/>
        </p:nvSpPr>
        <p:spPr>
          <a:xfrm>
            <a:off x="6743672" y="5857586"/>
            <a:ext cx="151989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FK</a:t>
            </a:r>
          </a:p>
        </p:txBody>
      </p:sp>
      <p:sp>
        <p:nvSpPr>
          <p:cNvPr id="49" name="int"/>
          <p:cNvSpPr/>
          <p:nvPr/>
        </p:nvSpPr>
        <p:spPr>
          <a:xfrm>
            <a:off x="5473412" y="6226567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50" name="quantity"/>
          <p:cNvSpPr/>
          <p:nvPr/>
        </p:nvSpPr>
        <p:spPr>
          <a:xfrm>
            <a:off x="5858846" y="6226567"/>
            <a:ext cx="51746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quantity</a:t>
            </a:r>
          </a:p>
        </p:txBody>
      </p:sp>
      <p:sp>
        <p:nvSpPr>
          <p:cNvPr id="51" name="PRODUCT"/>
          <p:cNvSpPr/>
          <p:nvPr/>
        </p:nvSpPr>
        <p:spPr>
          <a:xfrm>
            <a:off x="7328701" y="2771955"/>
            <a:ext cx="587457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 b="1">
                <a:solidFill>
                  <a:srgbClr val="333333"/>
                </a:solidFill>
                <a:latin typeface="Noto Sans JP"/>
                <a:ea typeface="Noto Sans JP"/>
              </a:rPr>
              <a:t>PRODUCT</a:t>
            </a:r>
          </a:p>
        </p:txBody>
      </p:sp>
      <p:sp>
        <p:nvSpPr>
          <p:cNvPr id="52" name="int"/>
          <p:cNvSpPr/>
          <p:nvPr/>
        </p:nvSpPr>
        <p:spPr>
          <a:xfrm>
            <a:off x="6985142" y="3140936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53" name="id"/>
          <p:cNvSpPr/>
          <p:nvPr/>
        </p:nvSpPr>
        <p:spPr>
          <a:xfrm>
            <a:off x="7549402" y="3140936"/>
            <a:ext cx="116385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id</a:t>
            </a:r>
          </a:p>
        </p:txBody>
      </p:sp>
      <p:sp>
        <p:nvSpPr>
          <p:cNvPr id="54" name="PK"/>
          <p:cNvSpPr/>
          <p:nvPr/>
        </p:nvSpPr>
        <p:spPr>
          <a:xfrm>
            <a:off x="8103144" y="3140936"/>
            <a:ext cx="156574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PK</a:t>
            </a:r>
          </a:p>
        </p:txBody>
      </p:sp>
      <p:sp>
        <p:nvSpPr>
          <p:cNvPr id="55" name="string"/>
          <p:cNvSpPr/>
          <p:nvPr/>
        </p:nvSpPr>
        <p:spPr>
          <a:xfrm>
            <a:off x="6985142" y="3509917"/>
            <a:ext cx="348482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string</a:t>
            </a:r>
          </a:p>
        </p:txBody>
      </p:sp>
      <p:sp>
        <p:nvSpPr>
          <p:cNvPr id="56" name="name"/>
          <p:cNvSpPr/>
          <p:nvPr/>
        </p:nvSpPr>
        <p:spPr>
          <a:xfrm>
            <a:off x="7549402" y="3509917"/>
            <a:ext cx="337963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name</a:t>
            </a:r>
          </a:p>
        </p:txBody>
      </p:sp>
      <p:sp>
        <p:nvSpPr>
          <p:cNvPr id="57" name="int"/>
          <p:cNvSpPr/>
          <p:nvPr/>
        </p:nvSpPr>
        <p:spPr>
          <a:xfrm>
            <a:off x="6985142" y="3878898"/>
            <a:ext cx="169656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int</a:t>
            </a:r>
          </a:p>
        </p:txBody>
      </p:sp>
      <p:sp>
        <p:nvSpPr>
          <p:cNvPr id="58" name="price"/>
          <p:cNvSpPr/>
          <p:nvPr/>
        </p:nvSpPr>
        <p:spPr>
          <a:xfrm>
            <a:off x="7549402" y="3878898"/>
            <a:ext cx="313688" cy="207147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price</a:t>
            </a:r>
          </a:p>
        </p:txBody>
      </p:sp>
      <p:sp>
        <p:nvSpPr>
          <p:cNvPr id="59" name="places"/>
          <p:cNvSpPr/>
          <p:nvPr/>
        </p:nvSpPr>
        <p:spPr>
          <a:xfrm>
            <a:off x="4541519" y="2147276"/>
            <a:ext cx="410249" cy="21577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places</a:t>
            </a:r>
          </a:p>
        </p:txBody>
      </p:sp>
      <p:sp>
        <p:nvSpPr>
          <p:cNvPr id="60" name="contains"/>
          <p:cNvSpPr/>
          <p:nvPr/>
        </p:nvSpPr>
        <p:spPr>
          <a:xfrm>
            <a:off x="4486361" y="4494945"/>
            <a:ext cx="520565" cy="21577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contains</a:t>
            </a:r>
          </a:p>
        </p:txBody>
      </p:sp>
      <p:sp>
        <p:nvSpPr>
          <p:cNvPr id="61" name="ordered in"/>
          <p:cNvSpPr/>
          <p:nvPr/>
        </p:nvSpPr>
        <p:spPr>
          <a:xfrm>
            <a:off x="7306786" y="4494945"/>
            <a:ext cx="631287" cy="215778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100">
                <a:solidFill>
                  <a:srgbClr val="333333"/>
                </a:solidFill>
                <a:latin typeface="Noto Sans JP"/>
                <a:ea typeface="Noto Sans JP"/>
              </a:rPr>
              <a:t>ordered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g2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svg2ppt</dc:creator>
</cp:coreProperties>
</file>