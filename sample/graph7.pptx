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fier"/>
          <p:cNvSpPr/>
          <p:nvPr/>
        </p:nvSpPr>
        <p:spPr>
          <a:xfrm>
            <a:off x="4702303" y="2574845"/>
            <a:ext cx="2763370" cy="170831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3" name="MailNotifier"/>
          <p:cNvSpPr/>
          <p:nvPr/>
        </p:nvSpPr>
        <p:spPr>
          <a:xfrm>
            <a:off x="2994438" y="4852592"/>
            <a:ext cx="2792821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4" name="SlackNotifier"/>
          <p:cNvSpPr/>
          <p:nvPr/>
        </p:nvSpPr>
        <p:spPr>
          <a:xfrm>
            <a:off x="6356695" y="4852592"/>
            <a:ext cx="2840867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5" name="Dispatcher"/>
          <p:cNvSpPr/>
          <p:nvPr/>
        </p:nvSpPr>
        <p:spPr>
          <a:xfrm>
            <a:off x="4846442" y="365430"/>
            <a:ext cx="2475093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cxnSp>
        <p:nvCxnSpPr>
          <p:cNvPr id="6" name="line"/>
          <p:cNvCxnSpPr/>
          <p:nvPr/>
        </p:nvCxnSpPr>
        <p:spPr>
          <a:xfrm>
            <a:off x="4702303" y="3394834"/>
            <a:ext cx="2763371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7" name="line"/>
          <p:cNvCxnSpPr/>
          <p:nvPr/>
        </p:nvCxnSpPr>
        <p:spPr>
          <a:xfrm>
            <a:off x="4702303" y="3668163"/>
            <a:ext cx="2763371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8" name="line"/>
          <p:cNvCxnSpPr/>
          <p:nvPr/>
        </p:nvCxnSpPr>
        <p:spPr>
          <a:xfrm>
            <a:off x="2994438" y="5399251"/>
            <a:ext cx="2792820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9" name="line"/>
          <p:cNvCxnSpPr/>
          <p:nvPr/>
        </p:nvCxnSpPr>
        <p:spPr>
          <a:xfrm>
            <a:off x="2994438" y="5945911"/>
            <a:ext cx="2792820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0" name="line"/>
          <p:cNvCxnSpPr/>
          <p:nvPr/>
        </p:nvCxnSpPr>
        <p:spPr>
          <a:xfrm>
            <a:off x="6356695" y="5399251"/>
            <a:ext cx="2840867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1" name="line"/>
          <p:cNvCxnSpPr/>
          <p:nvPr/>
        </p:nvCxnSpPr>
        <p:spPr>
          <a:xfrm>
            <a:off x="6356695" y="5945911"/>
            <a:ext cx="2840867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2" name="line"/>
          <p:cNvCxnSpPr/>
          <p:nvPr/>
        </p:nvCxnSpPr>
        <p:spPr>
          <a:xfrm>
            <a:off x="4846442" y="912089"/>
            <a:ext cx="2475093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3" name="line"/>
          <p:cNvCxnSpPr/>
          <p:nvPr/>
        </p:nvCxnSpPr>
        <p:spPr>
          <a:xfrm>
            <a:off x="4846442" y="1458749"/>
            <a:ext cx="2475093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4" name="edge Notifier-MailNotifier"/>
          <p:cNvCxnSpPr>
            <a:cxnSpLocks/>
            <a:stCxn id="2" idx="2"/>
            <a:endCxn id="3" idx="0"/>
          </p:cNvCxnSpPr>
          <p:nvPr/>
        </p:nvCxnSpPr>
        <p:spPr>
          <a:xfrm rot="5400000">
            <a:off x="4317772" y="4356231"/>
            <a:ext cx="569437" cy="423285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triangle"/>
            <a:tailEnd type="none"/>
          </a:ln>
        </p:spPr>
      </p:cxnSp>
      <p:cxnSp>
        <p:nvCxnSpPr>
          <p:cNvPr id="15" name="edge Notifier-SlackNotifier"/>
          <p:cNvCxnSpPr>
            <a:cxnSpLocks/>
            <a:stCxn id="2" idx="2"/>
            <a:endCxn id="4" idx="0"/>
          </p:cNvCxnSpPr>
          <p:nvPr/>
        </p:nvCxnSpPr>
        <p:spPr>
          <a:xfrm rot="5400000" flipV="1">
            <a:off x="7280768" y="4356231"/>
            <a:ext cx="569437" cy="423285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triangle"/>
            <a:tailEnd type="none"/>
          </a:ln>
        </p:spPr>
      </p:cxnSp>
      <p:cxnSp>
        <p:nvCxnSpPr>
          <p:cNvPr id="16" name="edge Dispatcher-Notifier"/>
          <p:cNvCxnSpPr>
            <a:cxnSpLocks/>
            <a:stCxn id="5" idx="2"/>
            <a:endCxn id="2" idx="0"/>
          </p:cNvCxnSpPr>
          <p:nvPr/>
        </p:nvCxnSpPr>
        <p:spPr>
          <a:xfrm>
            <a:off x="6083988" y="2005408"/>
            <a:ext cx="0" cy="569437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diamond"/>
            <a:tailEnd type="none"/>
          </a:ln>
        </p:spPr>
      </p:cxnSp>
      <p:sp>
        <p:nvSpPr>
          <p:cNvPr id="17" name="«interface»"/>
          <p:cNvSpPr/>
          <p:nvPr/>
        </p:nvSpPr>
        <p:spPr>
          <a:xfrm>
            <a:off x="5615093" y="2711510"/>
            <a:ext cx="937791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«interface»</a:t>
            </a:r>
          </a:p>
        </p:txBody>
      </p:sp>
      <p:sp>
        <p:nvSpPr>
          <p:cNvPr id="18" name="Notifier"/>
          <p:cNvSpPr/>
          <p:nvPr/>
        </p:nvSpPr>
        <p:spPr>
          <a:xfrm>
            <a:off x="5756117" y="2984839"/>
            <a:ext cx="65574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 b="1">
                <a:solidFill>
                  <a:srgbClr val="333333"/>
                </a:solidFill>
                <a:latin typeface="Noto Sans JP"/>
                <a:ea typeface="Noto Sans JP"/>
              </a:rPr>
              <a:t>Notifier</a:t>
            </a:r>
          </a:p>
        </p:txBody>
      </p:sp>
      <p:sp>
        <p:nvSpPr>
          <p:cNvPr id="19" name="+send(msg string) : error"/>
          <p:cNvSpPr/>
          <p:nvPr/>
        </p:nvSpPr>
        <p:spPr>
          <a:xfrm>
            <a:off x="4838968" y="3873161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0" name="MailNotifier"/>
          <p:cNvSpPr/>
          <p:nvPr/>
        </p:nvSpPr>
        <p:spPr>
          <a:xfrm>
            <a:off x="3892502" y="4989257"/>
            <a:ext cx="99669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 b="1">
                <a:solidFill>
                  <a:srgbClr val="333333"/>
                </a:solidFill>
                <a:latin typeface="Noto Sans JP"/>
                <a:ea typeface="Noto Sans JP"/>
              </a:rPr>
              <a:t>MailNotifier</a:t>
            </a:r>
          </a:p>
        </p:txBody>
      </p:sp>
      <p:sp>
        <p:nvSpPr>
          <p:cNvPr id="21" name="+host string"/>
          <p:cNvSpPr/>
          <p:nvPr/>
        </p:nvSpPr>
        <p:spPr>
          <a:xfrm>
            <a:off x="3131103" y="5535916"/>
            <a:ext cx="953629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+host string</a:t>
            </a:r>
          </a:p>
        </p:txBody>
      </p:sp>
      <p:sp>
        <p:nvSpPr>
          <p:cNvPr id="22" name="+send(msg string) : error"/>
          <p:cNvSpPr/>
          <p:nvPr/>
        </p:nvSpPr>
        <p:spPr>
          <a:xfrm>
            <a:off x="3131103" y="6082576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3" name="SlackNotifier"/>
          <p:cNvSpPr/>
          <p:nvPr/>
        </p:nvSpPr>
        <p:spPr>
          <a:xfrm>
            <a:off x="7230736" y="4989257"/>
            <a:ext cx="109278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 b="1">
                <a:solidFill>
                  <a:srgbClr val="333333"/>
                </a:solidFill>
                <a:latin typeface="Noto Sans JP"/>
                <a:ea typeface="Noto Sans JP"/>
              </a:rPr>
              <a:t>SlackNotifier</a:t>
            </a:r>
          </a:p>
        </p:txBody>
      </p:sp>
      <p:sp>
        <p:nvSpPr>
          <p:cNvPr id="24" name="+webhook string"/>
          <p:cNvSpPr/>
          <p:nvPr/>
        </p:nvSpPr>
        <p:spPr>
          <a:xfrm>
            <a:off x="6493360" y="5535916"/>
            <a:ext cx="1333906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+webhook string</a:t>
            </a:r>
          </a:p>
        </p:txBody>
      </p:sp>
      <p:sp>
        <p:nvSpPr>
          <p:cNvPr id="25" name="+send(msg string) : error"/>
          <p:cNvSpPr/>
          <p:nvPr/>
        </p:nvSpPr>
        <p:spPr>
          <a:xfrm>
            <a:off x="6493360" y="6082576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6" name="Dispatcher"/>
          <p:cNvSpPr/>
          <p:nvPr/>
        </p:nvSpPr>
        <p:spPr>
          <a:xfrm>
            <a:off x="5629329" y="502095"/>
            <a:ext cx="909319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 b="1">
                <a:solidFill>
                  <a:srgbClr val="333333"/>
                </a:solidFill>
                <a:latin typeface="Noto Sans JP"/>
                <a:ea typeface="Noto Sans JP"/>
              </a:rPr>
              <a:t>Dispatcher</a:t>
            </a:r>
          </a:p>
        </p:txBody>
      </p:sp>
      <p:sp>
        <p:nvSpPr>
          <p:cNvPr id="27" name="-targets []Notifier"/>
          <p:cNvSpPr/>
          <p:nvPr/>
        </p:nvSpPr>
        <p:spPr>
          <a:xfrm>
            <a:off x="4983107" y="1048754"/>
            <a:ext cx="145918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-targets []Notifier</a:t>
            </a:r>
          </a:p>
        </p:txBody>
      </p:sp>
      <p:sp>
        <p:nvSpPr>
          <p:cNvPr id="28" name="+dispatch(msg string)"/>
          <p:cNvSpPr/>
          <p:nvPr/>
        </p:nvSpPr>
        <p:spPr>
          <a:xfrm>
            <a:off x="4983107" y="1595413"/>
            <a:ext cx="1747103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50">
                <a:solidFill>
                  <a:srgbClr val="333333"/>
                </a:solidFill>
                <a:latin typeface="Noto Sans JP"/>
                <a:ea typeface="Noto Sans JP"/>
              </a:rPr>
              <a:t>+dispatch(msg string)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2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svg2ppt</dc:creator>
</cp:coreProperties>
</file>